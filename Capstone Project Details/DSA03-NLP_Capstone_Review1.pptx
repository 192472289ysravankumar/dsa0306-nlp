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7" r:id="rId5"/>
    <p:sldId id="259" r:id="rId6"/>
    <p:sldId id="263" r:id="rId7"/>
    <p:sldId id="275" r:id="rId8"/>
    <p:sldId id="266" r:id="rId9"/>
    <p:sldId id="267" r:id="rId10"/>
    <p:sldId id="268" r:id="rId11"/>
    <p:sldId id="276" r:id="rId12"/>
    <p:sldId id="274" r:id="rId1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DDE1DF-4624-4515-AD1C-3DF207BDE6B0}" v="2" dt="2026-09-02T13:33:14.3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>
      <p:cViewPr varScale="1">
        <p:scale>
          <a:sx n="56" d="100"/>
          <a:sy n="56" d="100"/>
        </p:scale>
        <p:origin x="46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1010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899" y="2910839"/>
            <a:ext cx="9291955" cy="272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202" y="428625"/>
            <a:ext cx="7206996" cy="864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8871" y="3422406"/>
            <a:ext cx="8531860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sz="24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DSA0306</a:t>
            </a:r>
            <a:r>
              <a:rPr sz="24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-</a:t>
            </a:r>
            <a:r>
              <a:rPr lang="en-IN" sz="24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Natural Language Processing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1100" y="4543425"/>
            <a:ext cx="4841761" cy="168700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0" indent="0">
              <a:buNone/>
              <a:defRPr sz="2400"/>
            </a:pPr>
            <a:r>
              <a:rPr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Presented</a:t>
            </a:r>
            <a:r>
              <a:rPr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By</a:t>
            </a:r>
            <a:r>
              <a:rPr sz="2000" b="1" spc="-2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lang="en-US" sz="200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P.MUNI KARTHIK(192425061)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Y.SRAVAN KUMAR(192472289)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K.KALYAN(192425301)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N.VENKATA SIVA(192472236)</a:t>
            </a:r>
            <a:endParaRPr lang="en-IN" sz="200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3300" y="4418081"/>
            <a:ext cx="4114800" cy="1367682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Supervised</a:t>
            </a:r>
            <a:r>
              <a:rPr lang="en-US" sz="2000" b="1" spc="10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By : KUMARAGURUBARAN T SAVEETHA</a:t>
            </a:r>
            <a:r>
              <a:rPr lang="en-US" sz="20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SCHOOL</a:t>
            </a:r>
            <a:r>
              <a:rPr lang="en-US" sz="2000" b="1" spc="-35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lang="en-US" sz="20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ENGINEERING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623E0-44BD-771F-F0A7-C42E4B7861A3}"/>
              </a:ext>
            </a:extLst>
          </p:cNvPr>
          <p:cNvSpPr txBox="1"/>
          <p:nvPr/>
        </p:nvSpPr>
        <p:spPr>
          <a:xfrm>
            <a:off x="1003300" y="1978927"/>
            <a:ext cx="8950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Resume Analysis and Job Matching System Using Natural Language Processing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2900" y="200025"/>
            <a:ext cx="1091183" cy="10972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652" y="119252"/>
            <a:ext cx="1086611" cy="11780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11" y="222372"/>
            <a:ext cx="7656314" cy="871929"/>
          </a:xfrm>
          <a:prstGeom prst="rect">
            <a:avLst/>
          </a:prstGeom>
        </p:spPr>
        <p:txBody>
          <a:bodyPr vert="horz" wrap="square" lIns="0" tIns="253896" rIns="0" bIns="0" rtlCol="0">
            <a:spAutoFit/>
          </a:bodyPr>
          <a:lstStyle/>
          <a:p>
            <a:pPr marL="2979420">
              <a:lnSpc>
                <a:spcPct val="100000"/>
              </a:lnSpc>
              <a:spcBef>
                <a:spcPts val="115"/>
              </a:spcBef>
            </a:pPr>
            <a:r>
              <a:rPr sz="4000" spc="-10" dirty="0"/>
              <a:t>Abstract</a:t>
            </a:r>
            <a:endParaRPr sz="3850" dirty="0"/>
          </a:p>
        </p:txBody>
      </p:sp>
      <p:sp>
        <p:nvSpPr>
          <p:cNvPr id="5" name="object 5"/>
          <p:cNvSpPr txBox="1"/>
          <p:nvPr/>
        </p:nvSpPr>
        <p:spPr>
          <a:xfrm>
            <a:off x="1616497" y="4314825"/>
            <a:ext cx="8449310" cy="368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marR="8255" indent="-300355">
              <a:lnSpc>
                <a:spcPct val="150300"/>
              </a:lnSpc>
              <a:spcBef>
                <a:spcPts val="100"/>
              </a:spcBef>
              <a:buFont typeface="Wingdings"/>
              <a:buChar char=""/>
              <a:tabLst>
                <a:tab pos="312420" algn="l"/>
              </a:tabLst>
            </a:pP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11D563-26E2-ABA0-ECBE-CC1D73304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098" y="1936004"/>
            <a:ext cx="8683203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Finding suitable jobs based on candidate skills is challenging.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job portals mainly use keyword matching.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Keyword matching may produce irrelevant job recommendations.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Natural Language Processing (NLP).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analyzes resumes and job descriptions.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is extracted and preprocessed.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Important skills are identified from resumes.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8100" y="809625"/>
            <a:ext cx="7656314" cy="836730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493645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1A8630-1500-5878-DC9C-0D7751FF8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57425"/>
            <a:ext cx="1066800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Online recruitment platforms contain many job postings.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Candidates submit resumes containing skills, education, and experience.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Resumes are usually unstructured text documents.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comparison of resumes and job descriptions is time-consuming.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mainly depend on keyword matching.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process and analyze textual information.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help extract relevant skills from resumes.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identify required skills from job descriptions.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0073-8C86-943E-730F-C96DCC7B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430887"/>
          </a:xfrm>
        </p:spPr>
        <p:txBody>
          <a:bodyPr/>
          <a:lstStyle/>
          <a:p>
            <a:pPr algn="ctr"/>
            <a:r>
              <a:rPr lang="en-US" dirty="0"/>
              <a:t>OBJECTIVES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D2835B-4384-9852-E0B9-F93DC2EA3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4700" y="2069460"/>
            <a:ext cx="8661401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resumes using Natural Language Processing.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relevant information from resumes.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candidate skills.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job descriptions using NLP.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required job skills.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candidate skills with job requirements.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 resume-job matching score.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suitable jobs. </a:t>
            </a:r>
          </a:p>
        </p:txBody>
      </p:sp>
    </p:spTree>
    <p:extLst>
      <p:ext uri="{BB962C8B-B14F-4D97-AF65-F5344CB8AC3E}">
        <p14:creationId xmlns:p14="http://schemas.microsoft.com/office/powerpoint/2010/main" val="261465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5507" y="1084575"/>
            <a:ext cx="7656314" cy="829795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2060575">
              <a:lnSpc>
                <a:spcPct val="100000"/>
              </a:lnSpc>
              <a:spcBef>
                <a:spcPts val="110"/>
              </a:spcBef>
            </a:pPr>
            <a:r>
              <a:rPr dirty="0"/>
              <a:t>PROPOSED</a:t>
            </a:r>
            <a:r>
              <a:rPr spc="-55" dirty="0"/>
              <a:t> </a:t>
            </a:r>
            <a:r>
              <a:rPr spc="-10" dirty="0"/>
              <a:t>SYSTEM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AC7257-773B-EDE8-1685-67F94A556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2392071"/>
            <a:ext cx="8437121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resume analysis is time-consuming.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Recruiters and candidates deal with large amounts of text.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depend mainly on exact keyword matching.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Exact keyword matching may miss relevant skills.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Different terms may represent similar skills.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seekers may receive irrelevant job recommendations.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43" y="885825"/>
            <a:ext cx="7656314" cy="1010416"/>
          </a:xfrm>
          <a:prstGeom prst="rect">
            <a:avLst/>
          </a:prstGeom>
        </p:spPr>
        <p:txBody>
          <a:bodyPr vert="horz" wrap="square" lIns="0" tIns="357409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15"/>
              </a:spcBef>
            </a:pPr>
            <a:r>
              <a:rPr sz="3850" b="0" dirty="0">
                <a:latin typeface="Times New Roman"/>
                <a:cs typeface="Times New Roman"/>
              </a:rPr>
              <a:t>PROBLEM</a:t>
            </a:r>
            <a:r>
              <a:rPr sz="3850" b="0" spc="-35" dirty="0">
                <a:latin typeface="Times New Roman"/>
                <a:cs typeface="Times New Roman"/>
              </a:rPr>
              <a:t> </a:t>
            </a:r>
            <a:r>
              <a:rPr sz="3850" b="0" spc="-60" dirty="0">
                <a:latin typeface="Times New Roman"/>
                <a:cs typeface="Times New Roman"/>
              </a:rPr>
              <a:t>STATEMENT</a:t>
            </a:r>
            <a:endParaRPr sz="385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1040892"/>
            <a:ext cx="1094231" cy="11856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040892"/>
            <a:ext cx="1086611" cy="109423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2655D30-90AA-532B-D4E6-ADE03A6B3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64" y="2150798"/>
            <a:ext cx="869950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of property dispute judgments is time-consuming and complex.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 often contain ambiguous terms that lead to misunderstanding and incorrect analysis.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accurate grammatical and semantic analysis of legal text.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improve legal judgment interpretation and dispute analysis.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3B70-A06C-A278-4E2E-F1F933BC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430887"/>
          </a:xfrm>
        </p:spPr>
        <p:txBody>
          <a:bodyPr/>
          <a:lstStyle/>
          <a:p>
            <a:pPr algn="ctr"/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E66F2-7817-087D-74E2-218E6954F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2333625"/>
            <a:ext cx="8991600" cy="49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7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1003299" y="885825"/>
            <a:ext cx="8001001" cy="768240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1198245" algn="ctr">
              <a:lnSpc>
                <a:spcPct val="100000"/>
              </a:lnSpc>
              <a:spcBef>
                <a:spcPts val="110"/>
              </a:spcBef>
            </a:pPr>
            <a:r>
              <a:rPr lang="en-US" sz="2400" dirty="0"/>
              <a:t>MODULE 1 – NLP TEXT PREPROCESSING</a:t>
            </a:r>
            <a:endParaRPr sz="2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2350D-BE75-B788-EAF2-DDE95FBF0EC9}"/>
              </a:ext>
            </a:extLst>
          </p:cNvPr>
          <p:cNvSpPr txBox="1"/>
          <p:nvPr/>
        </p:nvSpPr>
        <p:spPr>
          <a:xfrm>
            <a:off x="997606" y="2452990"/>
            <a:ext cx="9336034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Tokenization and Stop-Word Removal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the extracted resume text as input.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NLP text preprocessing techniques.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Tokenization to divide the resume into individual words/tokens.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Stop-Word Removal to remove common words such as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the, is, and, of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clean text for further NLP analysis.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important technical terms and skill-related words.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tokenized resume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6190" y="504825"/>
            <a:ext cx="8393175" cy="912883"/>
          </a:xfrm>
          <a:prstGeom prst="rect">
            <a:avLst/>
          </a:prstGeom>
        </p:spPr>
        <p:txBody>
          <a:bodyPr vert="horz" wrap="square" lIns="0" tIns="538294" rIns="0" bIns="0" rtlCol="0">
            <a:spAutoFit/>
          </a:bodyPr>
          <a:lstStyle/>
          <a:p>
            <a:pPr marL="1228725" algn="ctr">
              <a:lnSpc>
                <a:spcPct val="100000"/>
              </a:lnSpc>
              <a:spcBef>
                <a:spcPts val="110"/>
              </a:spcBef>
            </a:pPr>
            <a:r>
              <a:rPr lang="en-US" sz="2400" dirty="0"/>
              <a:t>MODULE 2 – NLP-BASED SKILL EXTRACTION</a:t>
            </a:r>
            <a:endParaRPr sz="245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76748-EC41-7A3B-5EEE-8819C1345999}"/>
              </a:ext>
            </a:extLst>
          </p:cNvPr>
          <p:cNvSpPr txBox="1"/>
          <p:nvPr/>
        </p:nvSpPr>
        <p:spPr>
          <a:xfrm>
            <a:off x="675131" y="2350264"/>
            <a:ext cx="8393175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TF-IDF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preprocessed resume text as input.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text into numerical feature representations.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TF-IDF (Term Frequency–Inverse Document Frequency).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importance of words and terms in the resume.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higher importance to relevant terms such as technical skills.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resume features for candidate profiling.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skills and resume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0355" y="188758"/>
            <a:ext cx="7656314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MODULE 3 – SEMANTIC RESUME–JOB MATCHING</a:t>
            </a:r>
            <a:endParaRPr sz="24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2B6ED-9690-E325-8E11-ACC37A743D06}"/>
              </a:ext>
            </a:extLst>
          </p:cNvPr>
          <p:cNvSpPr txBox="1"/>
          <p:nvPr/>
        </p:nvSpPr>
        <p:spPr>
          <a:xfrm>
            <a:off x="1115043" y="2117215"/>
            <a:ext cx="9299465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Sentence-BERT (SBERT)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candidate's resume information and job description as input.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both texts into semantic representations.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Sentence-BERT (SBERT) to generate sentence embeddings.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contextual meaning of resume and job-description text.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semantic representations of the candidate and job.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whether the candidate's profile is relevant to the job requirements.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representation of resume and job description.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Resume–job similarity information.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A6F9CC-7EBB-B526-33FB-575536C3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F2CA89F-8CD8-8E3E-4694-004F493F95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79D2E695-AF5B-A96D-2BB8-A2C71828F0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C9D1F6E-679A-6C43-57C2-11E56A01D1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27100" y="657225"/>
            <a:ext cx="8580987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MODULE 4 – NLP-BASED JOB RECOMMENDATION</a:t>
            </a:r>
            <a:endParaRPr sz="2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7B49E-3505-DBAF-087D-E41589F51B0A}"/>
              </a:ext>
            </a:extLst>
          </p:cNvPr>
          <p:cNvSpPr txBox="1"/>
          <p:nvPr/>
        </p:nvSpPr>
        <p:spPr>
          <a:xfrm>
            <a:off x="1182606" y="2456743"/>
            <a:ext cx="9299465" cy="4140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Cosine Similarity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resume and job embeddings generated by SBERT.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each resume/job profile as a numerical vector.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semantic similarity.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matching score between the candidate and each job.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similarity scores across available jobs.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the jobs having the highest matching scores. </a:t>
            </a:r>
          </a:p>
        </p:txBody>
      </p:sp>
    </p:spTree>
    <p:extLst>
      <p:ext uri="{BB962C8B-B14F-4D97-AF65-F5344CB8AC3E}">
        <p14:creationId xmlns:p14="http://schemas.microsoft.com/office/powerpoint/2010/main" val="412681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3361" y="3253292"/>
            <a:ext cx="4917440" cy="987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300" dirty="0">
                <a:solidFill>
                  <a:srgbClr val="000000"/>
                </a:solidFill>
              </a:rPr>
              <a:t>THANK</a:t>
            </a:r>
            <a:r>
              <a:rPr sz="6300" spc="-245" dirty="0">
                <a:solidFill>
                  <a:srgbClr val="000000"/>
                </a:solidFill>
              </a:rPr>
              <a:t> </a:t>
            </a:r>
            <a:r>
              <a:rPr sz="6300" spc="-25" dirty="0">
                <a:solidFill>
                  <a:srgbClr val="000000"/>
                </a:solidFill>
              </a:rPr>
              <a:t>YOU</a:t>
            </a:r>
            <a:endParaRPr sz="6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787</Words>
  <Application>Microsoft Office PowerPoint</Application>
  <PresentationFormat>Custom</PresentationFormat>
  <Paragraphs>113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Abstract</vt:lpstr>
      <vt:lpstr>INTRODUCTION</vt:lpstr>
      <vt:lpstr>OBJECTIVES </vt:lpstr>
      <vt:lpstr>PROPOSED SYSTEM</vt:lpstr>
      <vt:lpstr>PROBLEM STATEMENT</vt:lpstr>
      <vt:lpstr>SYSTEM ARCHITECTURE</vt:lpstr>
      <vt:lpstr>MODULE 1 – NLP TEXT PREPROCESSING</vt:lpstr>
      <vt:lpstr>MODULE 2 – NLP-BASED SKILL EXTRACTION</vt:lpstr>
      <vt:lpstr>MODULE 3 – SEMANTIC RESUME–JOB MATCHING</vt:lpstr>
      <vt:lpstr>MODULE 4 – NLP-BASED JOB RECOMMENDATION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review 2</dc:title>
  <dc:creator>user</dc:creator>
  <cp:lastModifiedBy>Lucky Kumar</cp:lastModifiedBy>
  <cp:revision>20</cp:revision>
  <dcterms:created xsi:type="dcterms:W3CDTF">2026-02-06T03:10:16Z</dcterms:created>
  <dcterms:modified xsi:type="dcterms:W3CDTF">2026-09-02T13:33:33Z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LastSaved">
    <vt:filetime>2026-02-06T00:00:00Z</vt:filetime>
  </property>
  <property fmtid="{D5CDD505-2E9C-101B-9397-08002B2CF9AE}" pid="4" name="Producer">
    <vt:lpwstr>Microsoft: Print To PDF</vt:lpwstr>
  </property>
</Properties>
</file>